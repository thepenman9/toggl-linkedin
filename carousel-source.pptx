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" y="804672"/>
            <a:ext cx="118872" cy="118872"/>
          </a:xfrm>
          <a:prstGeom prst="ellipse">
            <a:avLst/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777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E8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 /  PROJECT PROFITABILITY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99632" y="50292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59368"/>
            <a:ext cx="6309360" cy="0"/>
          </a:xfrm>
          <a:prstGeom prst="line">
            <a:avLst/>
          </a:prstGeom>
          <a:noFill/>
          <a:ln w="12700">
            <a:solidFill>
              <a:srgbClr val="695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778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8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IS A BUSINESS METRIC.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0600" y="87782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E8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 track  ·  concept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1353312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You're winning</a:t>
            </a:r>
            <a:endParaRPr lang="en-US" sz="5100" dirty="0"/>
          </a:p>
          <a:p>
            <a:pPr indent="0" marL="0">
              <a:buNone/>
            </a:pPr>
            <a:r>
              <a:rPr lang="en-US" sz="51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projects.</a:t>
            </a:r>
            <a:endParaRPr lang="en-US" sz="5100" dirty="0"/>
          </a:p>
        </p:txBody>
      </p:sp>
      <p:sp>
        <p:nvSpPr>
          <p:cNvPr id="11" name="Text 9"/>
          <p:cNvSpPr/>
          <p:nvPr/>
        </p:nvSpPr>
        <p:spPr>
          <a:xfrm>
            <a:off x="493776" y="2871216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E57C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where's the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E57C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going?</a:t>
            </a:r>
            <a:endParaRPr lang="en-US" sz="5000" dirty="0"/>
          </a:p>
        </p:txBody>
      </p:sp>
      <p:sp>
        <p:nvSpPr>
          <p:cNvPr id="12" name="Shape 10"/>
          <p:cNvSpPr/>
          <p:nvPr/>
        </p:nvSpPr>
        <p:spPr>
          <a:xfrm>
            <a:off x="530352" y="4800600"/>
            <a:ext cx="6263640" cy="3200400"/>
          </a:xfrm>
          <a:prstGeom prst="roundRect">
            <a:avLst>
              <a:gd name="adj" fmla="val 6857"/>
            </a:avLst>
          </a:prstGeom>
          <a:solidFill>
            <a:srgbClr val="412A4C"/>
          </a:solidFill>
          <a:ln w="12700">
            <a:solidFill>
              <a:srgbClr val="412A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51389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6876288"/>
            <a:ext cx="438912" cy="731520"/>
          </a:xfrm>
          <a:prstGeom prst="roundRect">
            <a:avLst>
              <a:gd name="adj" fmla="val 20833"/>
            </a:avLst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72184" y="6574536"/>
            <a:ext cx="438912" cy="1033272"/>
          </a:xfrm>
          <a:prstGeom prst="roundRect">
            <a:avLst>
              <a:gd name="adj" fmla="val 20833"/>
            </a:avLst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5688" y="6272784"/>
            <a:ext cx="438912" cy="1335024"/>
          </a:xfrm>
          <a:prstGeom prst="roundRect">
            <a:avLst>
              <a:gd name="adj" fmla="val 20833"/>
            </a:avLst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9192" y="5971032"/>
            <a:ext cx="438912" cy="1636776"/>
          </a:xfrm>
          <a:prstGeom prst="roundRect">
            <a:avLst>
              <a:gd name="adj" fmla="val 20833"/>
            </a:avLst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2696" y="5669280"/>
            <a:ext cx="438912" cy="1938528"/>
          </a:xfrm>
          <a:prstGeom prst="roundRect">
            <a:avLst>
              <a:gd name="adj" fmla="val 20833"/>
            </a:avLst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5870448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4809744" y="5559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00600" y="6720840"/>
            <a:ext cx="1554480" cy="0"/>
          </a:xfrm>
          <a:prstGeom prst="line">
            <a:avLst/>
          </a:prstGeom>
          <a:noFill/>
          <a:ln w="101600">
            <a:solidFill>
              <a:srgbClr val="FFDE9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6720840"/>
            <a:ext cx="777240" cy="-100584"/>
          </a:xfrm>
          <a:prstGeom prst="line">
            <a:avLst/>
          </a:prstGeom>
          <a:noFill/>
          <a:ln w="63500">
            <a:solidFill>
              <a:srgbClr val="FFDE9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6510528"/>
            <a:ext cx="210312" cy="210312"/>
          </a:xfrm>
          <a:prstGeom prst="ellipse">
            <a:avLst/>
          </a:prstGeom>
          <a:solidFill>
            <a:srgbClr val="FFDE91"/>
          </a:solidFill>
          <a:ln w="12700">
            <a:solidFill>
              <a:srgbClr val="FFDE9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7516368"/>
            <a:ext cx="4846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work ≠ more margin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" y="804672"/>
            <a:ext cx="118872" cy="118872"/>
          </a:xfrm>
          <a:prstGeom prst="ellipse">
            <a:avLst/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777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81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 /  PROJECT PROFITABILITY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99632" y="50292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59368"/>
            <a:ext cx="6309360" cy="0"/>
          </a:xfrm>
          <a:prstGeom prst="line">
            <a:avLst/>
          </a:prstGeom>
          <a:noFill/>
          <a:ln w="12700">
            <a:solidFill>
              <a:srgbClr val="E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778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1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IS A BUSINESS METRIC.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0600" y="87782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1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 track  ·  concept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335024"/>
            <a:ext cx="63459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keeps growing.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do the hours.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512064" y="27889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1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revisions. More meetings.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1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Deadlines that take longer to hit.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02920" y="3877056"/>
            <a:ext cx="6309360" cy="3127248"/>
          </a:xfrm>
          <a:prstGeom prst="roundRect">
            <a:avLst>
              <a:gd name="adj" fmla="val 5263"/>
            </a:avLst>
          </a:prstGeom>
          <a:solidFill>
            <a:srgbClr val="FCF1F8"/>
          </a:solidFill>
          <a:ln w="12700">
            <a:solidFill>
              <a:srgbClr val="FCF1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87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1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" y="4718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HOURS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" y="5148072"/>
            <a:ext cx="3840480" cy="402336"/>
          </a:xfrm>
          <a:prstGeom prst="roundRect">
            <a:avLst>
              <a:gd name="adj" fmla="val 18182"/>
            </a:avLst>
          </a:prstGeom>
          <a:solidFill>
            <a:srgbClr val="412A4C"/>
          </a:solidFill>
          <a:ln w="12700">
            <a:solidFill>
              <a:srgbClr val="412A4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57698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HOURS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6384" y="6199632"/>
            <a:ext cx="3840480" cy="402336"/>
          </a:xfrm>
          <a:prstGeom prst="roundRect">
            <a:avLst>
              <a:gd name="adj" fmla="val 18182"/>
            </a:avLst>
          </a:prstGeom>
          <a:solidFill>
            <a:srgbClr val="412A4C"/>
          </a:solidFill>
          <a:ln w="12700">
            <a:solidFill>
              <a:srgbClr val="412A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6199632"/>
            <a:ext cx="1472184" cy="402336"/>
          </a:xfrm>
          <a:prstGeom prst="roundRect">
            <a:avLst>
              <a:gd name="adj" fmla="val 18182"/>
            </a:avLst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66659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1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UNPLANNED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" y="736092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unplanned hour adds to the cost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delivering a project.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" y="804672"/>
            <a:ext cx="118872" cy="118872"/>
          </a:xfrm>
          <a:prstGeom prst="ellipse">
            <a:avLst/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777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E8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 /  PROJECT PROFITABILITY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99632" y="50292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59368"/>
            <a:ext cx="6309360" cy="0"/>
          </a:xfrm>
          <a:prstGeom prst="line">
            <a:avLst/>
          </a:prstGeom>
          <a:noFill/>
          <a:ln w="12700">
            <a:solidFill>
              <a:srgbClr val="695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778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E8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IS A BUSINESS METRIC.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0600" y="87782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E8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 track  ·  concept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389888"/>
            <a:ext cx="64008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can look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while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margins shrink.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30352" y="3785616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projects take more time than expected,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extra effort eats into what you earn.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0352" y="5010912"/>
            <a:ext cx="6236208" cy="3063240"/>
          </a:xfrm>
          <a:prstGeom prst="roundRect">
            <a:avLst>
              <a:gd name="adj" fmla="val 5373"/>
            </a:avLst>
          </a:prstGeom>
          <a:solidFill>
            <a:srgbClr val="412A4C"/>
          </a:solidFill>
          <a:ln w="12700">
            <a:solidFill>
              <a:srgbClr val="412A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530352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REVENUE. DIFFERENT OUTCOME.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" y="5925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PLANNED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22192" y="59253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EXTRA HOURS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" y="6373368"/>
            <a:ext cx="2523744" cy="1005840"/>
          </a:xfrm>
          <a:prstGeom prst="roundRect">
            <a:avLst>
              <a:gd name="adj" fmla="val 5455"/>
            </a:avLst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" y="6912864"/>
            <a:ext cx="2523744" cy="466344"/>
          </a:xfrm>
          <a:prstGeom prst="roundRect">
            <a:avLst>
              <a:gd name="adj" fmla="val 11765"/>
            </a:avLst>
          </a:prstGeom>
          <a:solidFill>
            <a:srgbClr val="FFDE91"/>
          </a:solidFill>
          <a:ln w="12700">
            <a:solidFill>
              <a:srgbClr val="FFDE9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22192" y="6373368"/>
            <a:ext cx="2523744" cy="1005840"/>
          </a:xfrm>
          <a:prstGeom prst="roundRect">
            <a:avLst>
              <a:gd name="adj" fmla="val 5455"/>
            </a:avLst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22192" y="6592824"/>
            <a:ext cx="2523744" cy="786384"/>
          </a:xfrm>
          <a:prstGeom prst="roundRect">
            <a:avLst>
              <a:gd name="adj" fmla="val 6977"/>
            </a:avLst>
          </a:prstGeom>
          <a:solidFill>
            <a:srgbClr val="FFDE91"/>
          </a:solidFill>
          <a:ln w="12700">
            <a:solidFill>
              <a:srgbClr val="FFDE9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64648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cost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1832" y="70225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64648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7059168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" y="7644384"/>
            <a:ext cx="5394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E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proportions — not actual product data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" y="804672"/>
            <a:ext cx="118872" cy="118872"/>
          </a:xfrm>
          <a:prstGeom prst="ellipse">
            <a:avLst/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777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81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 /  PROJECT PROFITABILITY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99632" y="50292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8659368"/>
            <a:ext cx="6309360" cy="0"/>
          </a:xfrm>
          <a:prstGeom prst="line">
            <a:avLst/>
          </a:prstGeom>
          <a:noFill/>
          <a:ln w="12700">
            <a:solidFill>
              <a:srgbClr val="E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778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81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IS A BUSINESS METRIC.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0600" y="87782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1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 track  ·  concept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6355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which projects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actually profitable.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12064" y="3090672"/>
            <a:ext cx="6309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1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time data can show where the hours go,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1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estimates fall short and where margins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41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being lost.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6309360" cy="2651760"/>
          </a:xfrm>
          <a:prstGeom prst="roundRect">
            <a:avLst>
              <a:gd name="adj" fmla="val 6207"/>
            </a:avLst>
          </a:prstGeom>
          <a:solidFill>
            <a:srgbClr val="FCF1F8"/>
          </a:solidFill>
          <a:ln w="12700">
            <a:solidFill>
              <a:srgbClr val="FCF1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9926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71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  /  ILLUSTRATIVE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" y="5477256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Tracked hours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99816" y="5486400"/>
            <a:ext cx="3154680" cy="210312"/>
          </a:xfrm>
          <a:prstGeom prst="roundRect">
            <a:avLst>
              <a:gd name="adj" fmla="val 21739"/>
            </a:avLst>
          </a:prstGeom>
          <a:solidFill>
            <a:srgbClr val="412A4C"/>
          </a:solidFill>
          <a:ln w="12700">
            <a:solidFill>
              <a:srgbClr val="412A4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6080760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99816" y="6089904"/>
            <a:ext cx="4105656" cy="210312"/>
          </a:xfrm>
          <a:prstGeom prst="roundRect">
            <a:avLst>
              <a:gd name="adj" fmla="val 21739"/>
            </a:avLst>
          </a:prstGeom>
          <a:solidFill>
            <a:srgbClr val="E57CD8"/>
          </a:solidFill>
          <a:ln w="12700">
            <a:solidFill>
              <a:srgbClr val="E57CD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6684264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&amp; margin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99816" y="6693408"/>
            <a:ext cx="4937760" cy="210312"/>
          </a:xfrm>
          <a:prstGeom prst="roundRect">
            <a:avLst>
              <a:gd name="adj" fmla="val 21739"/>
            </a:avLst>
          </a:prstGeom>
          <a:solidFill>
            <a:srgbClr val="412A4C"/>
          </a:solidFill>
          <a:ln w="12700">
            <a:solidFill>
              <a:srgbClr val="412A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7708392"/>
            <a:ext cx="6172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C1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looking beyond revenue.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is the project profit going?</dc:title>
  <dc:subject>Toggl Track awareness carousel</dc:subject>
  <dc:creator>Speculative portfolio concept</dc:creator>
  <cp:lastModifiedBy>Speculative portfolio concept</cp:lastModifiedBy>
  <cp:revision>1</cp:revision>
  <dcterms:created xsi:type="dcterms:W3CDTF">2026-10-22T10:33:29Z</dcterms:created>
  <dcterms:modified xsi:type="dcterms:W3CDTF">2026-10-22T10:33:29Z</dcterms:modified>
</cp:coreProperties>
</file>